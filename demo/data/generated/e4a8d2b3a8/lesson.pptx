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5" r:id="rId2"/>
    <p:sldId id="256" r:id="rId3"/>
    <p:sldId id="257" r:id="rId4"/>
  </p:sldIdLst>
  <p:sldSz cx="12192000" cy="6858000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bg1="lt1" bg2="lt2" folHlink="folHlink" hlink="hlink" tx1="dk1" tx2="dk2"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92" name="text"/>
          <p:cNvSpPr/>
          <p:nvPr/>
        </p:nvSpPr>
        <p:spPr>
          <a:xfrm>
            <a:off x="700000" y="50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200" b="1"/>
              <a:t>sample-lecture</a:t>
            </a:r>
            <a:endParaRPr lang="zh-CN"/>
          </a:p>
        </p:txBody>
      </p:sp>
      <p:sp>
        <p:nvSpPr>
          <p:cNvPr id="60201" name="text"/>
          <p:cNvSpPr/>
          <p:nvPr/>
        </p:nvSpPr>
        <p:spPr>
          <a:xfrm>
            <a:off x="900000" y="1600000"/>
            <a:ext cx="10400000" cy="4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400" b="0"/>
              <a:t>智慧课程平台</a:t>
            </a:r>
            <a:endParaRPr lang="zh-CN"/>
          </a:p>
          <a:p>
            <a:r>
              <a:rPr lang="zh-CN" sz="2400" b="0"/>
              <a:t>视频转换原型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76" name="text"/>
          <p:cNvSpPr/>
          <p:nvPr/>
        </p:nvSpPr>
        <p:spPr>
          <a:xfrm>
            <a:off x="700000" y="50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200" b="1"/>
              <a:t>课程要点</a:t>
            </a:r>
            <a:endParaRPr lang="zh-CN"/>
          </a:p>
        </p:txBody>
      </p:sp>
      <p:sp>
        <p:nvSpPr>
          <p:cNvPr id="14128" name="text"/>
          <p:cNvSpPr/>
          <p:nvPr/>
        </p:nvSpPr>
        <p:spPr>
          <a:xfrm>
            <a:off x="900000" y="1600000"/>
            <a:ext cx="10400000" cy="4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000" b="0"/>
              <a:t>Map 阶段生成键值对</a:t>
            </a:r>
            <a:endParaRPr lang="zh-CN"/>
          </a:p>
          <a:p>
            <a:r>
              <a:rPr lang="zh-CN" sz="2000" b="0"/>
              <a:t>Reduce 阶段分组聚合</a:t>
            </a:r>
            <a:endParaRPr lang="zh-CN"/>
          </a:p>
          <a:p>
            <a:r>
              <a:rPr lang="zh-CN" sz="2000" b="0"/>
              <a:t>并行处理提升效率</a:t>
            </a:r>
            <a:endParaRPr lang="zh-CN"/>
          </a:p>
          <a:p>
            <a:r>
              <a:rPr lang="zh-CN" sz="2000" b="0"/>
              <a:t>任务重试提高容错</a:t>
            </a:r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4" name="text"/>
          <p:cNvSpPr/>
          <p:nvPr/>
        </p:nvSpPr>
        <p:spPr>
          <a:xfrm>
            <a:off x="700000" y="50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200" b="1"/>
              <a:t>课后练习</a:t>
            </a:r>
            <a:endParaRPr lang="zh-CN"/>
          </a:p>
        </p:txBody>
      </p:sp>
      <p:sp>
        <p:nvSpPr>
          <p:cNvPr id="55141" name="text"/>
          <p:cNvSpPr/>
          <p:nvPr/>
        </p:nvSpPr>
        <p:spPr>
          <a:xfrm>
            <a:off x="900000" y="1600000"/>
            <a:ext cx="10400000" cy="4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000" b="0"/>
              <a:t>1. Map 阶段的主要输出是什么？</a:t>
            </a:r>
            <a:endParaRPr lang="zh-CN"/>
          </a:p>
          <a:p>
            <a:r>
              <a:rPr lang="zh-CN" sz="2000" b="0"/>
              <a:t>2. Reduce 阶段通常做什么？</a:t>
            </a:r>
            <a:endParaRPr lang="zh-CN"/>
          </a:p>
          <a:p>
            <a:r>
              <a:rPr lang="zh-CN" sz="2000" b="0"/>
              <a:t>3. MapReduce 的价值更接近哪一项？</a:t>
            </a:r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智慧课程平台">
  <a:themeElements>
    <a:clrScheme name="Default">
      <a:dk1>
        <a:sysClr val="windowText" lastClr="000000"/>
      </a:dk1>
      <a:lt1>
        <a:sysClr val="window" lastClr="FFFFFF"/>
      </a:lt1>
      <a:accent1>
        <a:srgbClr val="006B3C"/>
      </a:accent1>
      <a:accent2>
        <a:srgbClr val="B14A0B"/>
      </a:accent2>
      <a:accent3>
        <a:srgbClr val="2F6AB3"/>
      </a:accent3>
      <a:accent4>
        <a:srgbClr val="E8B04A"/>
      </a:accent4>
      <a:accent5>
        <a:srgbClr val="7F7F7F"/>
      </a:accent5>
      <a:accent6>
        <a:srgbClr val="C0504D"/>
      </a:accent6>
      <a:hlink>
        <a:srgbClr val="0563C1"/>
      </a:hlink>
      <a:folHlink>
        <a:srgbClr val="954F72"/>
      </a:folHlink>
    </a:clrScheme>
    <a:fontScheme name="Default">
      <a:majorFont>
        <a:latin typeface="Aptos Display"/>
        <a:ea typeface="Microsoft YaHei"/>
      </a:majorFont>
      <a:minorFont>
        <a:latin typeface="Aptos"/>
        <a:ea typeface="Microsoft YaHei"/>
      </a:minorFont>
    </a:fontScheme>
    <a:fmtScheme name="Default">
      <a:fillStyleLst/>
      <a:lnStyleLst/>
      <a:effectStyleLst/>
      <a:bgFillStyleLst/>
    </a:fmtScheme>
  </a:themeElements>
</a:theme>
</file>

<file path=docProps/core.xml><?xml version="1.0" encoding="utf-8"?>
<cp:coreProperties xmlns:cp="http://schemas.openxmlformats.org/package/2006/metadata/core-properties">
  <dc:title xmlns:dc="http://purl.org/dc/elements/1.1/">sample-lecture</dc:title>
  <dcterms:created xmlns:dcterms="http://purl.org/dc/terms/"/>
</cp:coreProperties>
</file>